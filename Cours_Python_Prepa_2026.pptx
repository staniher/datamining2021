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pour les Ingénieurs &amp; Architectes (2026)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pour Débutants en Classes Préparatoires</a:t>
            </a:r>
          </a:p>
          <a:p>
            <a:r>
              <a:t>Genie Info, Civil, Électrique &amp;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Pourquoi Python en 2026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langage n°1 mondial : Polyvalence absolue.</a:t>
            </a:r>
          </a:p>
          <a:p>
            <a:pPr/>
            <a:r>
              <a:t>Intégration Native de l'IA : Copilotes et automatisation.</a:t>
            </a:r>
          </a:p>
          <a:p>
            <a:pPr/>
            <a:r>
              <a:t>Écosystème Mature : De la simulation physique au rendu 3D.</a:t>
            </a:r>
          </a:p>
          <a:p>
            <a:pPr/>
            <a:r>
              <a:t>Standard de l'industrie : Interopérabilité entre logiciels métiers.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Fondations : Variables et Contrôle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Variables typées dynamiquement (mais typage suggéré en 2026).</a:t>
            </a:r>
          </a:p>
          <a:p>
            <a:pPr/>
            <a:r>
              <a:t>Structures de contrôle : if, elif, else.</a:t>
            </a:r>
          </a:p>
          <a:p>
            <a:pPr/>
            <a:r>
              <a:t>Boucles modernes : for in, while et list comprehensions.</a:t>
            </a:r>
          </a:p>
          <a:p>
            <a:pPr/>
            <a:r>
              <a:t>Exemple : calcul d'une charge ou d'une tension simple.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Organiser l'Information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Listes : Stockage de séries de mesures ou coordonnées.</a:t>
            </a:r>
          </a:p>
          <a:p>
            <a:pPr/>
            <a:r>
              <a:t>Dictionnaires : Modélisation d'objets (ex: caractéristiques d'un matériau).</a:t>
            </a:r>
          </a:p>
          <a:p>
            <a:pPr/>
            <a:r>
              <a:t>Tuples : Données immuables (coordonnées GPS, constantes physiques).</a:t>
            </a:r>
          </a:p>
          <a:p>
            <a:pPr/>
            <a:r>
              <a:t>Sets : Gestion de collections uniques.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Automatisation et Réutilisation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Définition de fonctions (def) : Factoriser son code.</a:t>
            </a:r>
          </a:p>
          <a:p>
            <a:pPr/>
            <a:r>
              <a:t>Modules et Packages : Importer la puissance de la communauté.</a:t>
            </a:r>
          </a:p>
          <a:p>
            <a:pPr/>
            <a:r>
              <a:t>Gestion des erreurs (try/except) : Pour des simulations robustes.</a:t>
            </a:r>
          </a:p>
          <a:p>
            <a:pPr/>
            <a:r>
              <a:t>Documentation automatique via Docstrings.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Focus : Génie Informatique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Développement d'Agents IA locaux.</a:t>
            </a:r>
          </a:p>
          <a:p>
            <a:pPr/>
            <a:r>
              <a:t>Analyse de données massives (Polars/Pandas 2026).</a:t>
            </a:r>
          </a:p>
          <a:p>
            <a:pPr/>
            <a:r>
              <a:t>Cybersécurité et Automatisation des réseaux.</a:t>
            </a:r>
          </a:p>
          <a:p>
            <a:pPr/>
            <a:r>
              <a:t>Full-stack Python avec frameworks ultra-rapides.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Focus : Génie Civil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 de structures et éléments finis (SciPy).</a:t>
            </a:r>
          </a:p>
          <a:p>
            <a:pPr/>
            <a:r>
              <a:t>Analyse de données géotechniques.</a:t>
            </a:r>
          </a:p>
          <a:p>
            <a:pPr/>
            <a:r>
              <a:t>Automatisation de rapports d'expertise.</a:t>
            </a:r>
          </a:p>
          <a:p>
            <a:pPr/>
            <a:r>
              <a:t>Lien avec les SIG (Systèmes d'Information Géographique).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Focus : Génie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Traitement du signal et filtres numériques.</a:t>
            </a:r>
          </a:p>
          <a:p>
            <a:pPr/>
            <a:r>
              <a:t>Simulation de circuits de puissance.</a:t>
            </a:r>
          </a:p>
          <a:p>
            <a:pPr/>
            <a:r>
              <a:t>Interfaçage avec systèmes embarqués (MicroPython).</a:t>
            </a:r>
          </a:p>
          <a:p>
            <a:pPr/>
            <a:r>
              <a:t>Analyse de consommation énergétique et Smart Grids.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Focus :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Conception paramétrique (Scripts pour Rhino/Grasshopper).</a:t>
            </a:r>
          </a:p>
          <a:p>
            <a:pPr/>
            <a:r>
              <a:t>Analyse environnementale et thermique (Ladybug tools).</a:t>
            </a:r>
          </a:p>
          <a:p>
            <a:pPr/>
            <a:r>
              <a:t>Génération de formes via algorithmes évolutionnaires.</a:t>
            </a:r>
          </a:p>
          <a:p>
            <a:pPr/>
            <a:r>
              <a:t>Extraction de données BIM (Building Information Modeling).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: Vers la Maîtrise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Apprendre par la pratique : Les projets métiers.</a:t>
            </a:r>
          </a:p>
          <a:p>
            <a:pPr/>
            <a:r>
              <a:t>Utiliser l'IA comme levier, non comme béquille.</a:t>
            </a:r>
          </a:p>
          <a:p>
            <a:pPr/>
            <a:r>
              <a:t>La programmation est le nouveau dessin technique.</a:t>
            </a:r>
          </a:p>
          <a:p>
            <a:pPr/>
            <a:r>
              <a:t>Prochaine étape : Votre premier script de calcul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